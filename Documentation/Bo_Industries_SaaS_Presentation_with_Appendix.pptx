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-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77724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Solution for Employee Recognition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  |  david.terian@gmail.com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Discussion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nomination workflow, fraud detection, AI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SaaS, private networking, high availability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11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Roadmap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onboarding from kick-off to go-live (4–6 weeks)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SLA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times, escalation paths, and maintenance windows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agreement, timeline, and sign-off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multi-tenant SaaS solution for employee recognition — built on Microsoft Azure.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Uptime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Front Door)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1460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(East + West 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1645920"/>
            <a:ext cx="228600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64592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537960" y="2267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OpenAI)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Nominations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React SPA — employees nominate colleagues with amount, reason, and supporting evidence.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Approval Flow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7919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approval with cryptographic single-use tokens. No portal login required for managers.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Fraud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feature Random Forest classifier plus SQL rule-based checks automatically block high-risk nominations.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7687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language questions about nomination data. Powered by GPT-4o with direct SQL tool access.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Nomination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Nomination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Nomination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logs in via their company portal (custom subdomain). Selects a colleague, enters award amount, and describes the achievement.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203911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6752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Screening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instantly scores the nomination using ML + SQL rules. CRITICAL risk (score 70–100) is blocked automatically. Others proceed.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Notification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receives an email with full nomination details, plus one-click Approve / Reject buttons using secure, single-use tokens.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373075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&amp; 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nominations are logged with timestamp, approver, and full history. Admins can view all activity via the audit dashboard.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flow — from submission to approval record, with no manual system intervention required.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Fraud Detection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nomination is automatically screened before it reaches a manager — protecting Bo Industries from misuse.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605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16052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— Rule-Based SQL Checks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nomination frequency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beneficiary patterns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/ reciprocal schemes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 amounts (&gt; 2σ from baseline)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approvals (&lt; 1 hour)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Self-dealing network detection 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4069080" cy="34747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727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— ML Classifier (Random Forest)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engineered features · Temporal + behavioural signals · Peer-group amount anomalies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359152"/>
            <a:ext cx="3886200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3591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3591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3591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886200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260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9260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50–69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93008"/>
            <a:ext cx="3886200" cy="47548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3493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30–49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493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59936"/>
            <a:ext cx="388620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0599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1–29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0599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passed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AI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about your nomination data. Powered by Azure OpenAI GPT-4o — admin access only.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002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department had the highest fraud score last month, and who were the top nominees?"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Text-to-SQL Queries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converts plain-English questions into SQL queries against the live nomination database.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award distribution by department, manager, or time period — identify trends and outliers.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ML model decisions, review high-risk nominations, and track fraud pattern evolution.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Multi-Format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7687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answers and supporting data as CSV, Excel, PDF, or directly to Azure Blob Storage.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agent actions are scoped to the authenticated admin's identity — context-aware, secure, and audit-logged.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Security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backend services are private — Azure Front Door is the sole public entry point. Zero Trust by design.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32104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0  —  DNS / 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→ Azure Front Door (HTTPS only, HSTS enforced)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7918704" cy="56692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2128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 —  Public Perimeter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221284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· WAF (OWASP rules) · DDoS protection · TLS 1.2+ termination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" y="2852928"/>
            <a:ext cx="7516368" cy="5669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 —  Application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2736" y="285292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(VNet-injected) · JWT validation on every request · RBAC app roles · TenantId isolation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" y="3493008"/>
            <a:ext cx="7114032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34930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 —  Data Plane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349300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Key Vault · Blob · ACR · OpenAI — private endpoints only, traffic stays on Azure backbone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70432" y="4133088"/>
            <a:ext cx="6711696" cy="56692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1307592" y="41330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  —  Secrets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05072" y="4133088"/>
            <a:ext cx="3785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· RBAC-only access · Soft-delete 90 days · Managed Identity injection at runtime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(Azure AD) · OAuth2 / OIDC · JWT validation · Managed Identities · TLS 1.2+ everywhere · SQL TDE + Blob encryption at rest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Multi-Tenant SaaS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SaaS — Bo Industries Configuration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organisation receives a fully isolated, branded environment — no data is shared between tenants.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846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84632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 Tenant Configuration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URL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066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bo-industries.terian-services.com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bo-industries.onmicrosoft.com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to Bo Industries brand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438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/ Currency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/ USD (configurable)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895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filter on every DB query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352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4352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AWard_Nomination_Admin + Employee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1572768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157276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16276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Domain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192024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subdomain under terian-services.com from day one.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2377440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4960" y="23774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432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Theming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13832" y="272491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colour, logo, and locale applied across the entire portal.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0" y="3182112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31821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323697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13832" y="35295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nominations, users, and analytics are TenantId-scoped — invisible to other tenants.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3986784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39867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404164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13832" y="433425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log, fraud dashboard, AI agent, and ML model controls.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High Availability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Availability &amp; Reliability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(Azure Static Web Apps)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6733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673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CDN edge, globally distributed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(Azure Front Door)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221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edge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9748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70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(Container Apps — 2 regions)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770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US + West US, auto-failover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9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(Azure SQL)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3192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SQL HA with auto-failover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82219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 min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Automatic AFD failover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1460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6032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Active-active dual-region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probes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6344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Trigger — HEAD / every 100 seconds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084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days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6656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Backup — Point-in-time restore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 Roadmap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signed agreement to full go-live in 4–6 weeks, across four structured phases.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589520" cy="548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17627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70048"/>
            <a:ext cx="1737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62072" y="2176272"/>
            <a:ext cx="402336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40280" y="2670048"/>
            <a:ext cx="173736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2176272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2670048"/>
            <a:ext cx="173736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02552" y="2176272"/>
            <a:ext cx="402336" cy="402336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670048"/>
            <a:ext cx="173736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 details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locale config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import format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1343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DB record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subdomain DNS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app reg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3367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user training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fixes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5391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migration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handover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1 &amp;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1 &amp;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34416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441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 Discovery (Week 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00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call to confirm requirements, collect Azure AD tenant details, brand assets, and user import CSV.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" y="204825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482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Record &amp; DNS (Week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3042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creates the tenant DB record, provisions the custom subdomain (bo-industries.terian-services.com), and configures DNS.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42616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275234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7523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AD App Registration (Week 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app registration configured for Bo Industries' Azure AD tenant. Redirect URIs and app roles assigned.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346704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" y="34564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4564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Provisioning (Week 2–3)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37124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 imported from CSV or Azure AD sync. Manager hierarchy configured for approval routing.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069080" cy="2752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1–2 Deliverables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Requirements sign-off document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084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bo-industries.terian-services.com live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505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AD app registration complete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Employee directory imported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346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Sandbox environment accessible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credentials issued to 2 key contacts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1330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manages all provisioning tasks. Bo Industries provides: Azure AD tenant ID, brand assets (logo, hex colour), and employee CSV. No infrastructure setup required on your side.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3 &amp;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3 &amp; 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20624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UAT &amp; Training (Week 3–4)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Access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Industries team gets sandbox credentials. Full nomination workflow available for testing.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Training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 walkthrough: fraud dashboard, AI agent, user management, audit log.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Training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53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guide + video for employees and managers (nomination + approval flows).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Sign-Off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resolves all raised issues within SLA. Formal sign-off document issued.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6908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Go-Live &amp; Handover (Week 5–6)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691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Cutover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promoted to production. DNS updated. SSL certificate verified.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221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employee directory loaded. Historical data imported if required.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Hypercare Period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intensive support. Daily check-in call available. Priority P1 response.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282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Handover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runbook, API docs (Swagger), architecture overview, and escalation contacts.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977640"/>
            <a:ext cx="196596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3977640"/>
            <a:ext cx="1965960" cy="7772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977640"/>
            <a:ext cx="19659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3977640"/>
            <a:ext cx="196596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Service Level Agreement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207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600200"/>
            <a:ext cx="201168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673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down or data loss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1673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673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167128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167128"/>
            <a:ext cx="201168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broken, workaround exists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hours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Ticket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734056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2734056"/>
            <a:ext cx="201168" cy="530352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807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Medium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91640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performance or minor bug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2807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300984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3300984"/>
            <a:ext cx="201168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374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33741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request or question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03320" y="3374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days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374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374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Email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913632"/>
            <a:ext cx="4160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986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Scope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426110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bugs and incident resolution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account management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model retraining (quarterly or on demand)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configuration changes (locale, theme, roles)  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913632"/>
            <a:ext cx="40690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9867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Windows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26110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Scheduled: Sundays 02:00–04:00 UTC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advance notice for planned downtime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 via blue/green (target)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patches applied outside windows as needed  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Getting Started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kick off the Bo Industries onboarding: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170992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70992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Agreement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96596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Terian Services SaaS Pilot Agreement (30-day no-obligation pilot). No infrastructure commitment required. Covers data privacy, uptime commitment, and support scope.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" y="28072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80720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Onboarding Inputs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306324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Azure AD tenant ID, primary brand colour (hex), company logo (PNG), and an employee CSV (name, email, manager email). Terian handles everything from there.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9476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90448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90448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416052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60-minute kick-off call with Terian Services. We'll confirm all requirements, walk through the sandbox live, and set the go-live target date.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64515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7183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David Terian  ·  david.terian@gmail.com  ·  terian-services.com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468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Terian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david.terian@gmail.com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5478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365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Nomination Platform  ·  Enterprise SaaS  ·  Built on Microsoft Azure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109728" cy="4732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views from the Award Nomination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859536"/>
            <a:ext cx="8503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8201" y="969264"/>
            <a:ext cx="4817327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3337" y="914400"/>
            <a:ext cx="481732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pic>
        <p:nvPicPr>
          <p:cNvPr id="11" name="Image 0" descr="/sessions/zen-charming-curie/screenshots/nomination_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37" y="914400"/>
            <a:ext cx="4817327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submit award nominations with nominee details, award amount, and a supporting description. The form enforces per-award budget limits and routes submissions for manager approval.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859536"/>
            <a:ext cx="8503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8201" y="969264"/>
            <a:ext cx="4817327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3337" y="914400"/>
            <a:ext cx="481732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pic>
        <p:nvPicPr>
          <p:cNvPr id="11" name="Image 0" descr="/sessions/zen-charming-curie/screenshots/pending_approv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37" y="914400"/>
            <a:ext cx="4817327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review outstanding nominations in a dedicated queue. Each card shows the nominee, amount, submitting employee, and one-click Approve / Reject controls with audit logging.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– Overview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859536"/>
            <a:ext cx="8503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8201" y="969264"/>
            <a:ext cx="4817327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3337" y="914400"/>
            <a:ext cx="481732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pic>
        <p:nvPicPr>
          <p:cNvPr id="11" name="Image 0" descr="/sessions/zen-charming-curie/screenshots/analytics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37" y="914400"/>
            <a:ext cx="4817327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dashboard surfaces KPIs at a glance: total spend, nomination volume, pending items, and fraud-alert count — with trend indicators and a department-level spend breakdown.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– AI Query Agent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859536"/>
            <a:ext cx="8503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8201" y="969264"/>
            <a:ext cx="4817327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3337" y="914400"/>
            <a:ext cx="481732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pic>
        <p:nvPicPr>
          <p:cNvPr id="11" name="Image 0" descr="/sessions/zen-charming-curie/screenshots/analytics_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37" y="914400"/>
            <a:ext cx="4817327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pose plain-English questions to the built-in GPT-4o analytics agent, which translates them into SQL, executes against live data, and returns narrative answers with drill-down detail.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502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Impersonation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859536"/>
            <a:ext cx="8503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8201" y="969264"/>
            <a:ext cx="4817327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3337" y="914400"/>
            <a:ext cx="481732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pic>
        <p:nvPicPr>
          <p:cNvPr id="11" name="Image 0" descr="/sessions/zen-charming-curie/screenshots/imperson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37" y="914400"/>
            <a:ext cx="4817327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 impersonate any user for support troubleshooting. Every impersonation session is fully audit-logged, ensuring accountability and compliance.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Award Nomination Platform — Bo Industries</dc:title>
  <dc:subject>PptxGenJS Presentation</dc:subject>
  <dc:creator>Terian Services</dc:creator>
  <cp:lastModifiedBy>Terian Services</cp:lastModifiedBy>
  <cp:revision>1</cp:revision>
  <dcterms:created xsi:type="dcterms:W3CDTF">2026-03-24T00:47:03Z</dcterms:created>
  <dcterms:modified xsi:type="dcterms:W3CDTF">2026-03-24T00:47:03Z</dcterms:modified>
</cp:coreProperties>
</file>